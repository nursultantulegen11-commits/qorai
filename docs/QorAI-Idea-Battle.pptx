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287d5c37ba4983" /><Relationship Type="http://schemas.openxmlformats.org/officeDocument/2006/relationships/extended-properties" Target="/docProps/app.xml" Id="R7a0cd408c6f844ff" /><Relationship Type="http://schemas.openxmlformats.org/officeDocument/2006/relationships/officeDocument" Target="/ppt/presentation.xml" Id="R00c2201fd10c4f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a695a4f4d243d2"/>
  </p:sldMasterIdLst>
  <p:notesMasterIdLst>
    <p:notesMasterId xmlns:r="http://schemas.openxmlformats.org/officeDocument/2006/relationships" r:id="Ra07c6ef1254941bc"/>
  </p:notesMasterIdLst>
  <p:sldIdLst>
    <p:sldId xmlns:r="http://schemas.openxmlformats.org/officeDocument/2006/relationships" id="256" r:id="R8c828bdcc65442b9"/>
    <p:sldId xmlns:r="http://schemas.openxmlformats.org/officeDocument/2006/relationships" id="257" r:id="R6c6f54db4e294fe0"/>
    <p:sldId xmlns:r="http://schemas.openxmlformats.org/officeDocument/2006/relationships" id="258" r:id="R5260df7ee2cb44e5"/>
    <p:sldId xmlns:r="http://schemas.openxmlformats.org/officeDocument/2006/relationships" id="259" r:id="R5b2a9b4b8f304cdd"/>
    <p:sldId xmlns:r="http://schemas.openxmlformats.org/officeDocument/2006/relationships" id="260" r:id="Rce6a3e08e72c44b1"/>
    <p:sldId xmlns:r="http://schemas.openxmlformats.org/officeDocument/2006/relationships" id="261" r:id="Rbf83610df9284ee7"/>
    <p:sldId xmlns:r="http://schemas.openxmlformats.org/officeDocument/2006/relationships" id="262" r:id="R8d1660b49f324e43"/>
    <p:sldId xmlns:r="http://schemas.openxmlformats.org/officeDocument/2006/relationships" id="263" r:id="R986424a1c2a442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d71c2fecac4bf7" /><Relationship Type="http://schemas.openxmlformats.org/officeDocument/2006/relationships/slideMaster" Target="/ppt/slideMasters/slideMaster1.xml" Id="Rf4a695a4f4d243d2" /><Relationship Type="http://schemas.openxmlformats.org/officeDocument/2006/relationships/notesMaster" Target="/ppt/notesMasters/notesMaster1.xml" Id="Ra07c6ef1254941bc" /><Relationship Type="http://schemas.openxmlformats.org/officeDocument/2006/relationships/presProps" Target="/ppt/presProps.xml" Id="R92b1e60dd61c45a7" /><Relationship Type="http://schemas.openxmlformats.org/officeDocument/2006/relationships/tableStyles" Target="/ppt/tableStyles.xml" Id="Ra06985e5482747cc" /><Relationship Type="http://schemas.openxmlformats.org/officeDocument/2006/relationships/slide" Target="/ppt/slides/slide1.xml" Id="R8c828bdcc65442b9" /><Relationship Type="http://schemas.openxmlformats.org/officeDocument/2006/relationships/slide" Target="/ppt/slides/slide2.xml" Id="R6c6f54db4e294fe0" /><Relationship Type="http://schemas.openxmlformats.org/officeDocument/2006/relationships/slide" Target="/ppt/slides/slide3.xml" Id="R5260df7ee2cb44e5" /><Relationship Type="http://schemas.openxmlformats.org/officeDocument/2006/relationships/slide" Target="/ppt/slides/slide4.xml" Id="R5b2a9b4b8f304cdd" /><Relationship Type="http://schemas.openxmlformats.org/officeDocument/2006/relationships/slide" Target="/ppt/slides/slide5.xml" Id="Rce6a3e08e72c44b1" /><Relationship Type="http://schemas.openxmlformats.org/officeDocument/2006/relationships/slide" Target="/ppt/slides/slide6.xml" Id="Rbf83610df9284ee7" /><Relationship Type="http://schemas.openxmlformats.org/officeDocument/2006/relationships/slide" Target="/ppt/slides/slide7.xml" Id="R8d1660b49f324e43" /><Relationship Type="http://schemas.openxmlformats.org/officeDocument/2006/relationships/slide" Target="/ppt/slides/slide8.xml" Id="R986424a1c2a442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0bcf34ad434e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6ed9208b7b4772" /><Relationship Type="http://schemas.openxmlformats.org/officeDocument/2006/relationships/notesMaster" Target="/ppt/notesMasters/notesMaster1.xml" Id="R433b0a9967c548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62bdf80e87431b" /><Relationship Type="http://schemas.openxmlformats.org/officeDocument/2006/relationships/notesMaster" Target="/ppt/notesMasters/notesMaster1.xml" Id="R46ec84504d1e41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881e088f1343e3" /><Relationship Type="http://schemas.openxmlformats.org/officeDocument/2006/relationships/notesMaster" Target="/ppt/notesMasters/notesMaster1.xml" Id="Rba579c2648a84b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d6988e47114fce" /><Relationship Type="http://schemas.openxmlformats.org/officeDocument/2006/relationships/notesMaster" Target="/ppt/notesMasters/notesMaster1.xml" Id="R019c28cd54004b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462f4c702d4a73" /><Relationship Type="http://schemas.openxmlformats.org/officeDocument/2006/relationships/notesMaster" Target="/ppt/notesMasters/notesMaster1.xml" Id="R8248e1abb7e54c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918ca0e1854894" /><Relationship Type="http://schemas.openxmlformats.org/officeDocument/2006/relationships/notesMaster" Target="/ppt/notesMasters/notesMaster1.xml" Id="Ra8de7d169adb41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2f922aebdc40da" /><Relationship Type="http://schemas.openxmlformats.org/officeDocument/2006/relationships/notesMaster" Target="/ppt/notesMasters/notesMaster1.xml" Id="R2cb88ae5f93342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d6f791669a413d" /><Relationship Type="http://schemas.openxmlformats.org/officeDocument/2006/relationships/notesMaster" Target="/ppt/notesMasters/notesMaster1.xml" Id="R03ae601dadf34e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0:00–0:30. Представьтесь: мы команда QorAI. Представьте владельца небольшой кофейни. После смены у него накладные, закупки и непонятные остатки. Мы хотим сократить эту рутину. Qor по-казахски означает запас. QorAI помогает превратить закупки в понятный учёт прямо со смартфона.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0:30–1:05. Проблема, которую мы проверяем: в небольшом кафе или магазине владелец часто сам отвечает и за закупки, и за учёт. Когда информация хранится в разных местах, легко пропустить срок годности или купить лишнее. Мы пока не заявляем процент потерь. Это гипотеза проблемы для интервью и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1:05–1:50. Покажите живое приложение. Откройте демосклад. Нажмите Добавить закупку, введите Молоко 20 л по 450. Разберите текст, проверьте количество и цену и подтвердите приход. Без API-ключа работает разбор по шаблону. Фото и аудио направляются Gemini после подключения серверного ключа. Мы не говорим, что эта интеграция проверена живым запросом, пока ключ не подключён.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1:50–2:30. Перейдите в план закупок. Базовый спрос считаем по истории продаж, затем учитываем срок поставки и запас. Просроченные партии не доступны для продажи. Для выходных и погоды используем простые коэффициенты, это гипотезы MVP, а не обученная модель. При отсутствии истории ориентируемся на минимум владельца. Погода приходит из Open-Meteo, если сервис недоступен, расчёт работает без неё.</a:t>
            </a:r>
          </a:p>
          <a:p xmlns:a="http://schemas.openxmlformats.org/drawingml/2006/main">
            <a:r>
              <a:t>Источники интеграций: https://ai.google.dev/api/generate-content и https://open-meteo.com/en/docs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2:30–3:00. Наш первый сегмент — небольшие независимые точки, которым нужен простой ежедневный учёт на телефоне. Мы не подменяем весь кассовый и бухгалтерский учёт. Следующий шаг — десять интервью и пилот в трёх точках. Это план, а не уже привлечённые клиенты. Рыночный размер нужно подтвердить отдельным исследованием.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3:00–3:35. Предлагаем проверить подписку девять тысяч девятьсот тенге за точку. Тридцать платящих клиентов дали бы двести девяносто семь тысяч тенге месячной выручки. Это сценарий, не текущий доход и не прогноз. Нужно проверить стоимость обработки фото и аудио, поддержку и готовность платить. Тариф не подключён в MVP, платежей пока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3:35–4:20. Мы сделали интерфейс и сервер с постоянным хранением. Есть партии, сроки, приход, продажи, списания и журнал. Защита от повторных запросов и конфликтов помогает сохранять согласованные остатки. Для круглосуточной работы нужен опубликованный сервер и мониторинг, а не открытый ноутбук. Не обещаем измеренную доступность 24 на 7: нагрузочные испытания и длительное наблюдение ещё впереди.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4:20–5:00. Наш следующий шаг — проверить решение вместе с тремя владельцами бизнеса. Будем измерять время ввода, долю исправлений распознавания и ежедневное использование. Приз поможет оплатить пилот, работу ИИ и улучшения на основании реальных операций. Завершите демонстрацией и приглашением к вопросам. Даты мероприятия взяты из объявления организаторов, перед выступлением уточните их. Убедитесь, что проект соответствует правилу об отсутствии предыдущего призового места на конкурсах Astana Hub или региональных хабов.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6ec1e24c3d496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9a800031547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fcce3b20244e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fc10f872414d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784c7a137541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6ddc679e1742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60F6F5-49F4-47E1-A6F1-A868CEA192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EB15CDC-8C6D-4AF1-823C-F07DC4031B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CB8E0A8-D762-41C4-A27D-71BF7C0B98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CE92D6-61BA-40F6-8774-08DFB5CDAF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DD0E498-633A-48EA-BB3D-91A4A42998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16AFE4-8D4C-4213-80FC-A438804D88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A6406B-FA88-4434-A69F-8D07326E9D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6C6855C-C9BD-4432-8C29-02189A69E9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B3707A-1A23-47F2-8792-99CB496547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C17224-4214-4BCE-8964-F4EDF200CD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07575c45cf4820" /><Relationship Type="http://schemas.openxmlformats.org/officeDocument/2006/relationships/slideLayout" Target="/ppt/slideLayouts/slideLayout1.xml" Id="R27220b79e7c84e02" /><Relationship Type="http://schemas.openxmlformats.org/officeDocument/2006/relationships/slideLayout" Target="/ppt/slideLayouts/slideLayout2.xml" Id="R306cb505cb0c459c" /><Relationship Type="http://schemas.openxmlformats.org/officeDocument/2006/relationships/slideLayout" Target="/ppt/slideLayouts/slideLayout3.xml" Id="Rae30d21dbf334054" /><Relationship Type="http://schemas.openxmlformats.org/officeDocument/2006/relationships/slideLayout" Target="/ppt/slideLayouts/slideLayout4.xml" Id="Ra1033abb2f3b41ac" /><Relationship Type="http://schemas.openxmlformats.org/officeDocument/2006/relationships/slideLayout" Target="/ppt/slideLayouts/slideLayout5.xml" Id="R4887c3fb67a14f8f" /><Relationship Type="http://schemas.openxmlformats.org/officeDocument/2006/relationships/slideLayout" Target="/ppt/slideLayouts/slideLayout6.xml" Id="R1d4dd4f3e37c49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220b79e7c84e02"/>
    <p:sldLayoutId xmlns:r="http://schemas.openxmlformats.org/officeDocument/2006/relationships" id="2147483650" r:id="R306cb505cb0c459c"/>
    <p:sldLayoutId xmlns:r="http://schemas.openxmlformats.org/officeDocument/2006/relationships" id="2147483651" r:id="Rae30d21dbf334054"/>
    <p:sldLayoutId xmlns:r="http://schemas.openxmlformats.org/officeDocument/2006/relationships" id="2147483652" r:id="Ra1033abb2f3b41ac"/>
    <p:sldLayoutId xmlns:r="http://schemas.openxmlformats.org/officeDocument/2006/relationships" id="2147483653" r:id="R4887c3fb67a14f8f"/>
    <p:sldLayoutId xmlns:r="http://schemas.openxmlformats.org/officeDocument/2006/relationships" id="2147483654" r:id="R1d4dd4f3e37c49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481da06bde4763" /><Relationship Type="http://schemas.openxmlformats.org/officeDocument/2006/relationships/notesSlide" Target="/ppt/notesSlides/notesSlide1.xml" Id="R19083ae8a8104c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c8d4af4261464d" /><Relationship Type="http://schemas.openxmlformats.org/officeDocument/2006/relationships/notesSlide" Target="/ppt/notesSlides/notesSlide2.xml" Id="R9ee82e32252048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4dae2418794ee8" /><Relationship Type="http://schemas.openxmlformats.org/officeDocument/2006/relationships/image" Target="/ppt/media/image.jpeg" Id="R8ec4f89aa2ec4169" /><Relationship Type="http://schemas.openxmlformats.org/officeDocument/2006/relationships/notesSlide" Target="/ppt/notesSlides/notesSlide3.xml" Id="Rc6f9991a4c5748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ecc1e7c87d423a" /><Relationship Type="http://schemas.openxmlformats.org/officeDocument/2006/relationships/notesSlide" Target="/ppt/notesSlides/notesSlide4.xml" Id="R7d8799fd094e45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4d16c07d224c18" /><Relationship Type="http://schemas.openxmlformats.org/officeDocument/2006/relationships/notesSlide" Target="/ppt/notesSlides/notesSlide5.xml" Id="Raab992d052ab40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bd460969cc46c0" /><Relationship Type="http://schemas.openxmlformats.org/officeDocument/2006/relationships/notesSlide" Target="/ppt/notesSlides/notesSlide6.xml" Id="R6ed312a25d7d45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e833307ba94371" /><Relationship Type="http://schemas.openxmlformats.org/officeDocument/2006/relationships/notesSlide" Target="/ppt/notesSlides/notesSlide7.xml" Id="Rdedc1afa435946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dd0ab300c043e8" /><Relationship Type="http://schemas.openxmlformats.org/officeDocument/2006/relationships/notesSlide" Target="/ppt/notesSlides/notesSlide8.xml" Id="R19043675331f4a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E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18CF2-39CD-4F23-8770-5737A89C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A5C99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5C99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A5C99A"/>
                </a:solidFill>
                <a:latin typeface="Liberation Sans"/>
                <a:ea typeface="Liberation Sans"/>
                <a:cs typeface="Liberation Sans"/>
              </a:rPr>
              <a:t>QorAI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C1AC9-C466-4CB5-A1CC-1F009D3F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810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5C99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5C99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A5C99A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CC82E-E398-4620-A834-8004158F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100" b="1">
                <a:solidFill>
                  <a:srgbClr val="E5EED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8100" b="1">
                <a:solidFill>
                  <a:srgbClr val="E5EE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100" b="1">
                <a:solidFill>
                  <a:srgbClr val="E5EEDF"/>
                </a:solidFill>
                <a:latin typeface="Liberation Sans"/>
                <a:ea typeface="Liberation Sans"/>
                <a:cs typeface="Liberation Sans"/>
              </a:rPr>
              <a:t>QorAI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9CC3B-D2CF-45AF-A53C-42692F86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057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A5C99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A5C99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0">
                <a:solidFill>
                  <a:srgbClr val="A5C99A"/>
                </a:solidFill>
                <a:latin typeface="Liberation Sans"/>
                <a:ea typeface="Liberation Sans"/>
                <a:cs typeface="Liberation Sans"/>
              </a:rPr>
              <a:t>Запасы под контролем.</a:t>
            </a:r>
          </a:p>
          <a:p xmlns:a="http://schemas.openxmlformats.org/drawingml/2006/main">
            <a:pPr>
              <a:defRPr sz="3600" b="0">
                <a:solidFill>
                  <a:srgbClr val="A5C99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0">
                <a:solidFill>
                  <a:srgbClr val="A5C99A"/>
                </a:solidFill>
                <a:latin typeface="Liberation Sans"/>
                <a:ea typeface="Liberation Sans"/>
                <a:cs typeface="Liberation Sans"/>
              </a:rPr>
              <a:t>Больше времени на своё дело.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4386D-CFD8-4EEE-A5F9-19CD9D23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48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5EED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5EE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E5EEDF"/>
                </a:solidFill>
                <a:latin typeface="Liberation Sans"/>
                <a:ea typeface="Liberation Sans"/>
                <a:cs typeface="Liberation Sans"/>
              </a:rPr>
              <a:t>Умный помощник для кафе и магазинов Тараза</a:t>
            </a:r>
          </a:p>
        </p:txBody>
      </p:sp>
    </p:spTree>
    <p:extLst>
      <p:ext uri="{BB962C8B-B14F-4D97-AF65-F5344CB8AC3E}">
        <p14:creationId xmlns:p14="http://schemas.microsoft.com/office/powerpoint/2010/main" val="12107365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0ECA0-6962-4E46-9132-F02EF5D7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rPr>
              <a:t>QorAI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50A72-5AA5-4850-BF25-715BEA22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810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B5FC4-7339-4F75-B3DB-41222B78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Товар закончился.</a:t>
            </a:r>
          </a:p>
          <a:p xmlns:a="http://schemas.openxmlformats.org/drawingml/2006/main">
            <a:pPr>
              <a:def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Или испортился на полке.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7CA95-E008-4DA0-ADCD-A0E8344B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rPr>
              <a:t>Владелец узнаёт о проблеме слишком поздно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486E3-04AE-4C46-B183-409CF640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66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Накладные лежат в переписке</a:t>
            </a:r>
          </a:p>
          <a:p xmlns:a="http://schemas.openxmlformats.org/drawingml/2006/main">
            <a:pPr>
              <a:def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Остатки считают вручную</a:t>
            </a:r>
          </a:p>
          <a:p xmlns:a="http://schemas.openxmlformats.org/drawingml/2006/main">
            <a:pPr>
              <a:def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Закупают по памяти</a:t>
            </a:r>
          </a:p>
          <a:p xmlns:a="http://schemas.openxmlformats.org/drawingml/2006/main">
            <a:pPr>
              <a:def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Сроки годности теряются</a:t>
            </a:r>
          </a:p>
        </p:txBody>
      </p:sp>
    </p:spTree>
    <p:extLst>
      <p:ext uri="{BB962C8B-B14F-4D97-AF65-F5344CB8AC3E}">
        <p14:creationId xmlns:p14="http://schemas.microsoft.com/office/powerpoint/2010/main" val="1281603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97C3B-655A-4F98-B7C4-B7596086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rPr>
              <a:t>QorAI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C0496-03D8-4088-894C-EFD2D669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810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6CB02-2306-4D14-97CB-20111091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524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20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От накладной</a:t>
            </a:r>
          </a:p>
          <a:p xmlns:a="http://schemas.openxmlformats.org/drawingml/2006/main">
            <a:pPr>
              <a:defRPr sz="420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20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к понятному складу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10370-C25F-40CA-9536-BF8CA87C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86075"/>
            <a:ext cx="538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rPr>
              <a:t>Проверка владельцем остаётся обязательной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B5216-4304-44DC-B454-8CB0E9BC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5429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1. Фото, голос или текст закупки</a:t>
            </a:r>
          </a:p>
          <a:p xmlns:a="http://schemas.openxmlformats.org/drawingml/2006/main">
            <a:pPr>
              <a:defRPr sz="187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2. Проверка распознанных позиций</a:t>
            </a:r>
          </a:p>
          <a:p xmlns:a="http://schemas.openxmlformats.org/drawingml/2006/main">
            <a:pPr>
              <a:defRPr sz="187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3. Подтверждённый приход на склад</a:t>
            </a:r>
          </a:p>
          <a:p xmlns:a="http://schemas.openxmlformats.org/drawingml/2006/main">
            <a:pPr>
              <a:defRPr sz="187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4. Продажи, списания и план закупок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2BB5C-7570-4747-BD88-1B20C1CA97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4f89aa2ec4169"/>
          <a:stretch xmlns:a="http://schemas.openxmlformats.org/drawingml/2006/main"/>
        </p:blipFill>
        <p:spPr>
          <a:xfrm xmlns:a="http://schemas.openxmlformats.org/drawingml/2006/main">
            <a:off x="7959944" y="1047750"/>
            <a:ext cx="2463362" cy="533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518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7FEA4-224D-4C58-A856-7501C1C3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rPr>
              <a:t>QorAI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E939A-4519-4A46-9515-BE574B89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810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4D536-5AB0-43B8-A398-182AC31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Рекомендация объясняет,</a:t>
            </a:r>
          </a:p>
          <a:p xmlns:a="http://schemas.openxmlformats.org/drawingml/2006/main">
            <a:pPr>
              <a:def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откуда взялось число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6B42C-CFD8-44CB-AFD0-2ECC9A0A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rPr>
              <a:t>Прогноз MVP на основе продаж и остатков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3CC8C-BAD8-42A6-ADE9-53999233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66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История продаж до 28 дней</a:t>
            </a:r>
          </a:p>
          <a:p xmlns:a="http://schemas.openxmlformats.org/drawingml/2006/main">
            <a:pPr>
              <a:def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Горизонт поставки и запас</a:t>
            </a:r>
          </a:p>
          <a:p xmlns:a="http://schemas.openxmlformats.org/drawingml/2006/main">
            <a:pPr>
              <a:def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Поправки на выходные и погоду</a:t>
            </a:r>
          </a:p>
          <a:p xmlns:a="http://schemas.openxmlformats.org/drawingml/2006/main">
            <a:pPr>
              <a:def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Отдельный контроль сроков партий</a:t>
            </a:r>
          </a:p>
        </p:txBody>
      </p:sp>
    </p:spTree>
    <p:extLst>
      <p:ext uri="{BB962C8B-B14F-4D97-AF65-F5344CB8AC3E}">
        <p14:creationId xmlns:p14="http://schemas.microsoft.com/office/powerpoint/2010/main" val="3385114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A9F81-59D1-4A92-B531-27767F1E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rPr>
              <a:t>QorAI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47B61-817E-40F9-956A-6ECD51C5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810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CF996-6E2D-4A4C-A8A4-886749F6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Первые клиенты</a:t>
            </a:r>
          </a:p>
          <a:p xmlns:a="http://schemas.openxmlformats.org/drawingml/2006/main">
            <a:pPr>
              <a:def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рядом с нами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1F616-222A-48BC-B45E-81EABE4B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rPr>
              <a:t>Начинаем с независимых точек Тараза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3433B-D918-4DDE-8400-BE9874B9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66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Кофейни, мини-маркеты, небольшие кафе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План проверки: 10 интервью и 3 пилотные точки</a:t>
            </a:r>
          </a:p>
          <a:p xmlns:a="http://schemas.openxmlformats.org/drawingml/2006/main">
            <a:pPr>
              <a:def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Критерии: время ввода, ошибки, ежедневное использование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Расширение после проверки спроса</a:t>
            </a:r>
          </a:p>
        </p:txBody>
      </p:sp>
    </p:spTree>
    <p:extLst>
      <p:ext uri="{BB962C8B-B14F-4D97-AF65-F5344CB8AC3E}">
        <p14:creationId xmlns:p14="http://schemas.microsoft.com/office/powerpoint/2010/main" val="16746148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AE9B4-77B4-4283-B611-23F32BD0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rPr>
              <a:t>QorAI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EB08E-52AC-415C-8198-C16A536E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810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BFFAB-D91D-4295-8461-D4B25846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Подписка за одну</a:t>
            </a:r>
          </a:p>
          <a:p xmlns:a="http://schemas.openxmlformats.org/drawingml/2006/main">
            <a:pPr>
              <a:def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торговую точку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6924D-A963-44B9-BD29-F413FAAA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432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rPr>
              <a:t>Ценовая гипотеза для проверки на пилоте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AA430-21A5-4082-B468-6E2B0D4A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8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58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9 900 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B73B9-B774-4BA5-B539-BB3C0214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rPr>
              <a:t>в месяц за точку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9477F-8DA1-46DE-893F-5319F68B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30 точек = 297 000 ₸ выручки</a:t>
            </a:r>
          </a:p>
          <a:p xmlns:a="http://schemas.openxmlformats.org/drawingml/2006/main">
            <a:pPr>
              <a:defRPr sz="1800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До расходов на ИИ, хостинг и поддержку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Цену и спрос проверим на пилоте</a:t>
            </a:r>
          </a:p>
        </p:txBody>
      </p:sp>
    </p:spTree>
    <p:extLst>
      <p:ext uri="{BB962C8B-B14F-4D97-AF65-F5344CB8AC3E}">
        <p14:creationId xmlns:p14="http://schemas.microsoft.com/office/powerpoint/2010/main" val="7412914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5A399-63CE-4822-93A2-9A28980C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rPr>
              <a:t>QorAI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AC75C-9ABB-46DD-A80E-0B76A236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810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22A2E-9A51-4118-9914-303C22F5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Рабочий MVP</a:t>
            </a:r>
          </a:p>
          <a:p xmlns:a="http://schemas.openxmlformats.org/drawingml/2006/main">
            <a:pPr>
              <a:def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350" b="1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для первого пилота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DCF49-76FA-43CA-AFDA-CFA970D9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668354"/>
                </a:solidFill>
                <a:latin typeface="Liberation Sans"/>
                <a:ea typeface="Liberation Sans"/>
                <a:cs typeface="Liberation Sans"/>
              </a:rPr>
              <a:t>Сайт и сервер работают вместе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ADA27-1D4D-4532-9CD0-FCF6B2EB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66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Склад и операции сохраняются в базе</a:t>
            </a:r>
          </a:p>
          <a:p xmlns:a="http://schemas.openxmlformats.org/drawingml/2006/main">
            <a:pPr>
              <a:def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Аккаунты разделяют данные пользователей</a:t>
            </a:r>
          </a:p>
          <a:p xmlns:a="http://schemas.openxmlformats.org/drawingml/2006/main">
            <a:pPr>
              <a:def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PWA открывается со смартфона</a:t>
            </a:r>
          </a:p>
          <a:p xmlns:a="http://schemas.openxmlformats.org/drawingml/2006/main">
            <a:pPr>
              <a:def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CSV и JSON позволяют выгрузить данные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33C32"/>
                </a:solidFill>
                <a:latin typeface="Liberation Sans"/>
                <a:ea typeface="Liberation Sans"/>
                <a:cs typeface="Liberation Sans"/>
              </a:rPr>
              <a:t>Далее: пилот, измерения, улучшение прогноза</a:t>
            </a:r>
          </a:p>
        </p:txBody>
      </p:sp>
    </p:spTree>
    <p:extLst>
      <p:ext uri="{BB962C8B-B14F-4D97-AF65-F5344CB8AC3E}">
        <p14:creationId xmlns:p14="http://schemas.microsoft.com/office/powerpoint/2010/main" val="19729869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2E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7B84A-6D3F-4232-BFF6-73B4E1DF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A5C99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5C99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A5C99A"/>
                </a:solidFill>
                <a:latin typeface="Liberation Sans"/>
                <a:ea typeface="Liberation Sans"/>
                <a:cs typeface="Liberation Sans"/>
              </a:rPr>
              <a:t>QorAI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E2F69-D9C5-44C8-A42B-8F9509AB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810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5C99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5C99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A5C99A"/>
                </a:solidFill>
                <a:latin typeface="Liberation Sans"/>
                <a:ea typeface="Liberation Sans"/>
                <a:cs typeface="Liberation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EE30E-EEE8-41B2-ABDE-E0AF863F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100" b="1">
                <a:solidFill>
                  <a:srgbClr val="E5EED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8100" b="1">
                <a:solidFill>
                  <a:srgbClr val="E5EE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100" b="1">
                <a:solidFill>
                  <a:srgbClr val="E5EEDF"/>
                </a:solidFill>
                <a:latin typeface="Liberation Sans"/>
                <a:ea typeface="Liberation Sans"/>
                <a:cs typeface="Liberation Sans"/>
              </a:rPr>
              <a:t>QorAI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33600-AC84-423A-B4D8-6032F441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057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A5C99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A5C99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0">
                <a:solidFill>
                  <a:srgbClr val="A5C99A"/>
                </a:solidFill>
                <a:latin typeface="Liberation Sans"/>
                <a:ea typeface="Liberation Sans"/>
                <a:cs typeface="Liberation Sans"/>
              </a:rPr>
              <a:t>Чтобы завтра на складе</a:t>
            </a:r>
          </a:p>
          <a:p xmlns:a="http://schemas.openxmlformats.org/drawingml/2006/main">
            <a:pPr>
              <a:defRPr sz="3600" b="0">
                <a:solidFill>
                  <a:srgbClr val="A5C99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0">
                <a:solidFill>
                  <a:srgbClr val="A5C99A"/>
                </a:solidFill>
                <a:latin typeface="Liberation Sans"/>
                <a:ea typeface="Liberation Sans"/>
                <a:cs typeface="Liberation Sans"/>
              </a:rPr>
              <a:t>было именно то, что нужно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B16DA-BA04-4D7B-AF91-6B429A50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48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5EED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5EE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E5EEDF"/>
                </a:solidFill>
                <a:latin typeface="Liberation Sans"/>
                <a:ea typeface="Liberation Sans"/>
                <a:cs typeface="Liberation Sans"/>
              </a:rPr>
              <a:t>Ищем 3 кафе или магазина Тараза для пилота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5EE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E5EEDF"/>
                </a:solidFill>
                <a:latin typeface="Liberation Sans"/>
                <a:ea typeface="Liberation Sans"/>
                <a:cs typeface="Liberation Sans"/>
              </a:rPr>
              <a:t>Команда QorAI</a:t>
            </a:r>
          </a:p>
          <a:p xmlns:a="http://schemas.openxmlformats.org/drawingml/2006/main">
            <a:pPr>
              <a:defRPr sz="1875" b="0">
                <a:solidFill>
                  <a:srgbClr val="E5EE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E5EEDF"/>
                </a:solidFill>
                <a:latin typeface="Liberation Sans"/>
                <a:ea typeface="Liberation Sans"/>
                <a:cs typeface="Liberation Sans"/>
              </a:rPr>
              <a:t>Idea Battle · 22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308276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2026-10-17T15:10:18.3800000Z</dcterms:created>
  <dcterms:modified xsi:type="dcterms:W3CDTF">2026-10-17T15:10:18.3800000Z</dcterms:modified>
</coreProperties>
</file>